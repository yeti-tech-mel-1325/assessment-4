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4BA97-D78B-F27C-4DEC-869082FF80FD}" v="157" dt="2025-12-16T10:55:22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249BF-1321-427C-9E7B-62AF7EDF0F00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4F798C8-75F0-46A1-B74A-92510FCEB6A4}">
      <dgm:prSet/>
      <dgm:spPr/>
      <dgm:t>
        <a:bodyPr/>
        <a:lstStyle/>
        <a:p>
          <a:r>
            <a:rPr lang="en-GB"/>
            <a:t>Academic administration currently relies on:</a:t>
          </a:r>
          <a:endParaRPr lang="en-US"/>
        </a:p>
      </dgm:t>
    </dgm:pt>
    <dgm:pt modelId="{858C8950-CE8F-437B-A5EA-57CFACC627D2}" type="parTrans" cxnId="{29D4B3AE-67FD-4F0A-8A90-DCD335EC4BF5}">
      <dgm:prSet/>
      <dgm:spPr/>
      <dgm:t>
        <a:bodyPr/>
        <a:lstStyle/>
        <a:p>
          <a:endParaRPr lang="en-US"/>
        </a:p>
      </dgm:t>
    </dgm:pt>
    <dgm:pt modelId="{6AAC4BA2-E137-4187-8A8D-B420EDA70AF9}" type="sibTrans" cxnId="{29D4B3AE-67FD-4F0A-8A90-DCD335EC4BF5}">
      <dgm:prSet/>
      <dgm:spPr/>
      <dgm:t>
        <a:bodyPr/>
        <a:lstStyle/>
        <a:p>
          <a:endParaRPr lang="en-US"/>
        </a:p>
      </dgm:t>
    </dgm:pt>
    <dgm:pt modelId="{42AC9BA5-7FD7-4063-81E8-FBDC089E0DC7}">
      <dgm:prSet/>
      <dgm:spPr/>
      <dgm:t>
        <a:bodyPr/>
        <a:lstStyle/>
        <a:p>
          <a:r>
            <a:rPr lang="en-GB"/>
            <a:t>Manual processes</a:t>
          </a:r>
          <a:endParaRPr lang="en-US"/>
        </a:p>
      </dgm:t>
    </dgm:pt>
    <dgm:pt modelId="{9ABF1254-D98C-4131-AC05-6466776A6137}" type="parTrans" cxnId="{7B3B8BEA-EB3D-4AF7-B79A-A6346772AA3C}">
      <dgm:prSet/>
      <dgm:spPr/>
      <dgm:t>
        <a:bodyPr/>
        <a:lstStyle/>
        <a:p>
          <a:endParaRPr lang="en-US"/>
        </a:p>
      </dgm:t>
    </dgm:pt>
    <dgm:pt modelId="{250BF956-F168-4808-89A0-3952C928D14E}" type="sibTrans" cxnId="{7B3B8BEA-EB3D-4AF7-B79A-A6346772AA3C}">
      <dgm:prSet/>
      <dgm:spPr/>
      <dgm:t>
        <a:bodyPr/>
        <a:lstStyle/>
        <a:p>
          <a:endParaRPr lang="en-US"/>
        </a:p>
      </dgm:t>
    </dgm:pt>
    <dgm:pt modelId="{574A68A2-4F9C-493D-B116-86E451EE8390}">
      <dgm:prSet/>
      <dgm:spPr/>
      <dgm:t>
        <a:bodyPr/>
        <a:lstStyle/>
        <a:p>
          <a:r>
            <a:rPr lang="en-GB"/>
            <a:t>Emails and documents</a:t>
          </a:r>
          <a:endParaRPr lang="en-US"/>
        </a:p>
      </dgm:t>
    </dgm:pt>
    <dgm:pt modelId="{B82920F0-FD8A-4DEC-BE97-827FD53E4647}" type="parTrans" cxnId="{A1EA1D3B-6B86-4957-89CC-A780835F4C4F}">
      <dgm:prSet/>
      <dgm:spPr/>
      <dgm:t>
        <a:bodyPr/>
        <a:lstStyle/>
        <a:p>
          <a:endParaRPr lang="en-US"/>
        </a:p>
      </dgm:t>
    </dgm:pt>
    <dgm:pt modelId="{0518724E-B92A-4E62-A4E8-3215C98D31CF}" type="sibTrans" cxnId="{A1EA1D3B-6B86-4957-89CC-A780835F4C4F}">
      <dgm:prSet/>
      <dgm:spPr/>
      <dgm:t>
        <a:bodyPr/>
        <a:lstStyle/>
        <a:p>
          <a:endParaRPr lang="en-US"/>
        </a:p>
      </dgm:t>
    </dgm:pt>
    <dgm:pt modelId="{98D86F6D-D60E-4406-BC94-636375A73AAD}">
      <dgm:prSet/>
      <dgm:spPr/>
      <dgm:t>
        <a:bodyPr/>
        <a:lstStyle/>
        <a:p>
          <a:r>
            <a:rPr lang="en-GB"/>
            <a:t>Disconnected storage</a:t>
          </a:r>
          <a:endParaRPr lang="en-US"/>
        </a:p>
      </dgm:t>
    </dgm:pt>
    <dgm:pt modelId="{35425552-916D-4A80-9102-B0CE34D07B77}" type="parTrans" cxnId="{505D056E-B42A-4D93-BB46-1E541FB38644}">
      <dgm:prSet/>
      <dgm:spPr/>
      <dgm:t>
        <a:bodyPr/>
        <a:lstStyle/>
        <a:p>
          <a:endParaRPr lang="en-US"/>
        </a:p>
      </dgm:t>
    </dgm:pt>
    <dgm:pt modelId="{E5B1E8B6-B529-4307-B837-FA80951AFDF5}" type="sibTrans" cxnId="{505D056E-B42A-4D93-BB46-1E541FB38644}">
      <dgm:prSet/>
      <dgm:spPr/>
      <dgm:t>
        <a:bodyPr/>
        <a:lstStyle/>
        <a:p>
          <a:endParaRPr lang="en-US"/>
        </a:p>
      </dgm:t>
    </dgm:pt>
    <dgm:pt modelId="{851552E6-4685-442F-A26D-FF0A3E9C5D9D}">
      <dgm:prSet/>
      <dgm:spPr/>
      <dgm:t>
        <a:bodyPr/>
        <a:lstStyle/>
        <a:p>
          <a:r>
            <a:rPr lang="en-GB"/>
            <a:t>Key problems:</a:t>
          </a:r>
          <a:endParaRPr lang="en-US"/>
        </a:p>
      </dgm:t>
    </dgm:pt>
    <dgm:pt modelId="{B4293F4E-F417-49A2-B317-5DFDE1210CD5}" type="parTrans" cxnId="{9BADD5CD-7665-4D4F-9325-293DF682E544}">
      <dgm:prSet/>
      <dgm:spPr/>
      <dgm:t>
        <a:bodyPr/>
        <a:lstStyle/>
        <a:p>
          <a:endParaRPr lang="en-US"/>
        </a:p>
      </dgm:t>
    </dgm:pt>
    <dgm:pt modelId="{40187676-EC6E-495D-94A7-2FA84555C166}" type="sibTrans" cxnId="{9BADD5CD-7665-4D4F-9325-293DF682E544}">
      <dgm:prSet/>
      <dgm:spPr/>
      <dgm:t>
        <a:bodyPr/>
        <a:lstStyle/>
        <a:p>
          <a:endParaRPr lang="en-US"/>
        </a:p>
      </dgm:t>
    </dgm:pt>
    <dgm:pt modelId="{861EF711-8AD6-444D-AA20-9EF9457694DC}">
      <dgm:prSet/>
      <dgm:spPr/>
      <dgm:t>
        <a:bodyPr/>
        <a:lstStyle/>
        <a:p>
          <a:r>
            <a:rPr lang="en-GB"/>
            <a:t>Inconsistent data</a:t>
          </a:r>
          <a:endParaRPr lang="en-US"/>
        </a:p>
      </dgm:t>
    </dgm:pt>
    <dgm:pt modelId="{E0C1DDBF-463D-4542-88EE-5AE1CFB266DD}" type="parTrans" cxnId="{46FE25CC-11D0-4C21-B37A-A8817D91ACE1}">
      <dgm:prSet/>
      <dgm:spPr/>
      <dgm:t>
        <a:bodyPr/>
        <a:lstStyle/>
        <a:p>
          <a:endParaRPr lang="en-US"/>
        </a:p>
      </dgm:t>
    </dgm:pt>
    <dgm:pt modelId="{DECD3154-527E-4F7B-874A-5AB390F7F337}" type="sibTrans" cxnId="{46FE25CC-11D0-4C21-B37A-A8817D91ACE1}">
      <dgm:prSet/>
      <dgm:spPr/>
      <dgm:t>
        <a:bodyPr/>
        <a:lstStyle/>
        <a:p>
          <a:endParaRPr lang="en-US"/>
        </a:p>
      </dgm:t>
    </dgm:pt>
    <dgm:pt modelId="{F97A6C13-3D90-4534-AFD0-C642CE3BD67C}">
      <dgm:prSet/>
      <dgm:spPr/>
      <dgm:t>
        <a:bodyPr/>
        <a:lstStyle/>
        <a:p>
          <a:r>
            <a:rPr lang="en-GB"/>
            <a:t>Slow approvals</a:t>
          </a:r>
          <a:endParaRPr lang="en-US"/>
        </a:p>
      </dgm:t>
    </dgm:pt>
    <dgm:pt modelId="{FF439144-16CA-4FED-9586-56330961ED30}" type="parTrans" cxnId="{24D566A3-54FB-4F68-8C34-DA10EFB40E1B}">
      <dgm:prSet/>
      <dgm:spPr/>
      <dgm:t>
        <a:bodyPr/>
        <a:lstStyle/>
        <a:p>
          <a:endParaRPr lang="en-US"/>
        </a:p>
      </dgm:t>
    </dgm:pt>
    <dgm:pt modelId="{1C4010B3-CDBB-478D-AFE9-3B5EB39C50D3}" type="sibTrans" cxnId="{24D566A3-54FB-4F68-8C34-DA10EFB40E1B}">
      <dgm:prSet/>
      <dgm:spPr/>
      <dgm:t>
        <a:bodyPr/>
        <a:lstStyle/>
        <a:p>
          <a:endParaRPr lang="en-US"/>
        </a:p>
      </dgm:t>
    </dgm:pt>
    <dgm:pt modelId="{2A564346-EC2A-42CA-8D33-F8D42B7D2E7D}">
      <dgm:prSet/>
      <dgm:spPr/>
      <dgm:t>
        <a:bodyPr/>
        <a:lstStyle/>
        <a:p>
          <a:r>
            <a:rPr lang="en-GB"/>
            <a:t>No automated compliance checks</a:t>
          </a:r>
          <a:endParaRPr lang="en-US"/>
        </a:p>
      </dgm:t>
    </dgm:pt>
    <dgm:pt modelId="{6AB92A2A-F673-452C-8A0B-5AA2698CA707}" type="parTrans" cxnId="{D7FE7375-613E-4C0F-83F7-5658E51D2D89}">
      <dgm:prSet/>
      <dgm:spPr/>
      <dgm:t>
        <a:bodyPr/>
        <a:lstStyle/>
        <a:p>
          <a:endParaRPr lang="en-US"/>
        </a:p>
      </dgm:t>
    </dgm:pt>
    <dgm:pt modelId="{60E5F523-BF53-4B89-828B-D929EB4FE2BB}" type="sibTrans" cxnId="{D7FE7375-613E-4C0F-83F7-5658E51D2D89}">
      <dgm:prSet/>
      <dgm:spPr/>
      <dgm:t>
        <a:bodyPr/>
        <a:lstStyle/>
        <a:p>
          <a:endParaRPr lang="en-US"/>
        </a:p>
      </dgm:t>
    </dgm:pt>
    <dgm:pt modelId="{6FBF43DD-8823-4F9E-93EC-C68363BB83A0}">
      <dgm:prSet/>
      <dgm:spPr/>
      <dgm:t>
        <a:bodyPr/>
        <a:lstStyle/>
        <a:p>
          <a:r>
            <a:rPr lang="en-GB"/>
            <a:t>Accreditation risks</a:t>
          </a:r>
          <a:endParaRPr lang="en-US"/>
        </a:p>
      </dgm:t>
    </dgm:pt>
    <dgm:pt modelId="{9F98391D-1F76-4E44-A3AA-5D0E0DACADCB}" type="parTrans" cxnId="{E5C871DB-EE6D-4D88-8A77-F68154602B30}">
      <dgm:prSet/>
      <dgm:spPr/>
      <dgm:t>
        <a:bodyPr/>
        <a:lstStyle/>
        <a:p>
          <a:endParaRPr lang="en-US"/>
        </a:p>
      </dgm:t>
    </dgm:pt>
    <dgm:pt modelId="{65D10053-847F-46F0-A3E2-F412F40C3515}" type="sibTrans" cxnId="{E5C871DB-EE6D-4D88-8A77-F68154602B30}">
      <dgm:prSet/>
      <dgm:spPr/>
      <dgm:t>
        <a:bodyPr/>
        <a:lstStyle/>
        <a:p>
          <a:endParaRPr lang="en-US"/>
        </a:p>
      </dgm:t>
    </dgm:pt>
    <dgm:pt modelId="{2BABCD9F-896F-4D9F-A413-B85AA334F679}" type="pres">
      <dgm:prSet presAssocID="{892249BF-1321-427C-9E7B-62AF7EDF0F00}" presName="Name0" presStyleCnt="0">
        <dgm:presLayoutVars>
          <dgm:dir/>
          <dgm:animLvl val="lvl"/>
          <dgm:resizeHandles val="exact"/>
        </dgm:presLayoutVars>
      </dgm:prSet>
      <dgm:spPr/>
    </dgm:pt>
    <dgm:pt modelId="{72511126-3CCC-4ACD-B967-C254F5D53705}" type="pres">
      <dgm:prSet presAssocID="{D4F798C8-75F0-46A1-B74A-92510FCEB6A4}" presName="linNode" presStyleCnt="0"/>
      <dgm:spPr/>
    </dgm:pt>
    <dgm:pt modelId="{D58F54FC-65D6-4F46-84F4-514FAB28B574}" type="pres">
      <dgm:prSet presAssocID="{D4F798C8-75F0-46A1-B74A-92510FCEB6A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9ADE0C9-70A4-4DB1-9190-01330154B93A}" type="pres">
      <dgm:prSet presAssocID="{D4F798C8-75F0-46A1-B74A-92510FCEB6A4}" presName="descendantText" presStyleLbl="alignAccFollowNode1" presStyleIdx="0" presStyleCnt="2">
        <dgm:presLayoutVars>
          <dgm:bulletEnabled val="1"/>
        </dgm:presLayoutVars>
      </dgm:prSet>
      <dgm:spPr/>
    </dgm:pt>
    <dgm:pt modelId="{BD91F144-65CD-485B-92D7-AF69DD08E56C}" type="pres">
      <dgm:prSet presAssocID="{6AAC4BA2-E137-4187-8A8D-B420EDA70AF9}" presName="sp" presStyleCnt="0"/>
      <dgm:spPr/>
    </dgm:pt>
    <dgm:pt modelId="{9CE74C2B-54C7-4127-8489-1749B3F45651}" type="pres">
      <dgm:prSet presAssocID="{851552E6-4685-442F-A26D-FF0A3E9C5D9D}" presName="linNode" presStyleCnt="0"/>
      <dgm:spPr/>
    </dgm:pt>
    <dgm:pt modelId="{53EA6FC1-6563-4B45-BC3A-0E63CB09066A}" type="pres">
      <dgm:prSet presAssocID="{851552E6-4685-442F-A26D-FF0A3E9C5D9D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D7107613-8707-4CE5-A8B5-5D39E2E09E35}" type="pres">
      <dgm:prSet presAssocID="{851552E6-4685-442F-A26D-FF0A3E9C5D9D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5D1D005-5898-4C36-A05F-FC01DB069E99}" type="presOf" srcId="{851552E6-4685-442F-A26D-FF0A3E9C5D9D}" destId="{53EA6FC1-6563-4B45-BC3A-0E63CB09066A}" srcOrd="0" destOrd="0" presId="urn:microsoft.com/office/officeart/2005/8/layout/vList5"/>
    <dgm:cxn modelId="{A1EA1D3B-6B86-4957-89CC-A780835F4C4F}" srcId="{D4F798C8-75F0-46A1-B74A-92510FCEB6A4}" destId="{574A68A2-4F9C-493D-B116-86E451EE8390}" srcOrd="1" destOrd="0" parTransId="{B82920F0-FD8A-4DEC-BE97-827FD53E4647}" sibTransId="{0518724E-B92A-4E62-A4E8-3215C98D31CF}"/>
    <dgm:cxn modelId="{AEDF3964-1AE7-462C-AB67-F28F4C6D7571}" type="presOf" srcId="{6FBF43DD-8823-4F9E-93EC-C68363BB83A0}" destId="{D7107613-8707-4CE5-A8B5-5D39E2E09E35}" srcOrd="0" destOrd="3" presId="urn:microsoft.com/office/officeart/2005/8/layout/vList5"/>
    <dgm:cxn modelId="{505D056E-B42A-4D93-BB46-1E541FB38644}" srcId="{D4F798C8-75F0-46A1-B74A-92510FCEB6A4}" destId="{98D86F6D-D60E-4406-BC94-636375A73AAD}" srcOrd="2" destOrd="0" parTransId="{35425552-916D-4A80-9102-B0CE34D07B77}" sibTransId="{E5B1E8B6-B529-4307-B837-FA80951AFDF5}"/>
    <dgm:cxn modelId="{BB43226F-E968-40C5-B080-B10BF7DBBD84}" type="presOf" srcId="{F97A6C13-3D90-4534-AFD0-C642CE3BD67C}" destId="{D7107613-8707-4CE5-A8B5-5D39E2E09E35}" srcOrd="0" destOrd="1" presId="urn:microsoft.com/office/officeart/2005/8/layout/vList5"/>
    <dgm:cxn modelId="{D7FE7375-613E-4C0F-83F7-5658E51D2D89}" srcId="{851552E6-4685-442F-A26D-FF0A3E9C5D9D}" destId="{2A564346-EC2A-42CA-8D33-F8D42B7D2E7D}" srcOrd="2" destOrd="0" parTransId="{6AB92A2A-F673-452C-8A0B-5AA2698CA707}" sibTransId="{60E5F523-BF53-4B89-828B-D929EB4FE2BB}"/>
    <dgm:cxn modelId="{024E0376-B1B0-46EB-AF6E-520A320E50AE}" type="presOf" srcId="{42AC9BA5-7FD7-4063-81E8-FBDC089E0DC7}" destId="{49ADE0C9-70A4-4DB1-9190-01330154B93A}" srcOrd="0" destOrd="0" presId="urn:microsoft.com/office/officeart/2005/8/layout/vList5"/>
    <dgm:cxn modelId="{6496B07D-B4D6-4EA6-A2B9-B1663D0D47FB}" type="presOf" srcId="{574A68A2-4F9C-493D-B116-86E451EE8390}" destId="{49ADE0C9-70A4-4DB1-9190-01330154B93A}" srcOrd="0" destOrd="1" presId="urn:microsoft.com/office/officeart/2005/8/layout/vList5"/>
    <dgm:cxn modelId="{222CAF90-B26D-4A6A-B05D-92DBE41670F3}" type="presOf" srcId="{98D86F6D-D60E-4406-BC94-636375A73AAD}" destId="{49ADE0C9-70A4-4DB1-9190-01330154B93A}" srcOrd="0" destOrd="2" presId="urn:microsoft.com/office/officeart/2005/8/layout/vList5"/>
    <dgm:cxn modelId="{111B7599-2202-486A-BC24-FDDA4780D63E}" type="presOf" srcId="{D4F798C8-75F0-46A1-B74A-92510FCEB6A4}" destId="{D58F54FC-65D6-4F46-84F4-514FAB28B574}" srcOrd="0" destOrd="0" presId="urn:microsoft.com/office/officeart/2005/8/layout/vList5"/>
    <dgm:cxn modelId="{24D566A3-54FB-4F68-8C34-DA10EFB40E1B}" srcId="{851552E6-4685-442F-A26D-FF0A3E9C5D9D}" destId="{F97A6C13-3D90-4534-AFD0-C642CE3BD67C}" srcOrd="1" destOrd="0" parTransId="{FF439144-16CA-4FED-9586-56330961ED30}" sibTransId="{1C4010B3-CDBB-478D-AFE9-3B5EB39C50D3}"/>
    <dgm:cxn modelId="{C2FA34A6-0401-45DC-B26E-E1B79B547AE1}" type="presOf" srcId="{2A564346-EC2A-42CA-8D33-F8D42B7D2E7D}" destId="{D7107613-8707-4CE5-A8B5-5D39E2E09E35}" srcOrd="0" destOrd="2" presId="urn:microsoft.com/office/officeart/2005/8/layout/vList5"/>
    <dgm:cxn modelId="{29D4B3AE-67FD-4F0A-8A90-DCD335EC4BF5}" srcId="{892249BF-1321-427C-9E7B-62AF7EDF0F00}" destId="{D4F798C8-75F0-46A1-B74A-92510FCEB6A4}" srcOrd="0" destOrd="0" parTransId="{858C8950-CE8F-437B-A5EA-57CFACC627D2}" sibTransId="{6AAC4BA2-E137-4187-8A8D-B420EDA70AF9}"/>
    <dgm:cxn modelId="{46FE25CC-11D0-4C21-B37A-A8817D91ACE1}" srcId="{851552E6-4685-442F-A26D-FF0A3E9C5D9D}" destId="{861EF711-8AD6-444D-AA20-9EF9457694DC}" srcOrd="0" destOrd="0" parTransId="{E0C1DDBF-463D-4542-88EE-5AE1CFB266DD}" sibTransId="{DECD3154-527E-4F7B-874A-5AB390F7F337}"/>
    <dgm:cxn modelId="{9BADD5CD-7665-4D4F-9325-293DF682E544}" srcId="{892249BF-1321-427C-9E7B-62AF7EDF0F00}" destId="{851552E6-4685-442F-A26D-FF0A3E9C5D9D}" srcOrd="1" destOrd="0" parTransId="{B4293F4E-F417-49A2-B317-5DFDE1210CD5}" sibTransId="{40187676-EC6E-495D-94A7-2FA84555C166}"/>
    <dgm:cxn modelId="{D024CAD9-A7A8-4D5E-B282-D20D6505F0ED}" type="presOf" srcId="{861EF711-8AD6-444D-AA20-9EF9457694DC}" destId="{D7107613-8707-4CE5-A8B5-5D39E2E09E35}" srcOrd="0" destOrd="0" presId="urn:microsoft.com/office/officeart/2005/8/layout/vList5"/>
    <dgm:cxn modelId="{E5C871DB-EE6D-4D88-8A77-F68154602B30}" srcId="{851552E6-4685-442F-A26D-FF0A3E9C5D9D}" destId="{6FBF43DD-8823-4F9E-93EC-C68363BB83A0}" srcOrd="3" destOrd="0" parTransId="{9F98391D-1F76-4E44-A3AA-5D0E0DACADCB}" sibTransId="{65D10053-847F-46F0-A3E2-F412F40C3515}"/>
    <dgm:cxn modelId="{7B3B8BEA-EB3D-4AF7-B79A-A6346772AA3C}" srcId="{D4F798C8-75F0-46A1-B74A-92510FCEB6A4}" destId="{42AC9BA5-7FD7-4063-81E8-FBDC089E0DC7}" srcOrd="0" destOrd="0" parTransId="{9ABF1254-D98C-4131-AC05-6466776A6137}" sibTransId="{250BF956-F168-4808-89A0-3952C928D14E}"/>
    <dgm:cxn modelId="{3ECF07F4-7EF4-4F13-8D1D-DA27CF5311AA}" type="presOf" srcId="{892249BF-1321-427C-9E7B-62AF7EDF0F00}" destId="{2BABCD9F-896F-4D9F-A413-B85AA334F679}" srcOrd="0" destOrd="0" presId="urn:microsoft.com/office/officeart/2005/8/layout/vList5"/>
    <dgm:cxn modelId="{0E50DB6C-98FD-472B-93A5-D591A0E06AFD}" type="presParOf" srcId="{2BABCD9F-896F-4D9F-A413-B85AA334F679}" destId="{72511126-3CCC-4ACD-B967-C254F5D53705}" srcOrd="0" destOrd="0" presId="urn:microsoft.com/office/officeart/2005/8/layout/vList5"/>
    <dgm:cxn modelId="{A395045A-59D2-49C4-8097-45EAC05FA4AD}" type="presParOf" srcId="{72511126-3CCC-4ACD-B967-C254F5D53705}" destId="{D58F54FC-65D6-4F46-84F4-514FAB28B574}" srcOrd="0" destOrd="0" presId="urn:microsoft.com/office/officeart/2005/8/layout/vList5"/>
    <dgm:cxn modelId="{830AF6D8-B38C-464C-A33C-BF113BF7AC8C}" type="presParOf" srcId="{72511126-3CCC-4ACD-B967-C254F5D53705}" destId="{49ADE0C9-70A4-4DB1-9190-01330154B93A}" srcOrd="1" destOrd="0" presId="urn:microsoft.com/office/officeart/2005/8/layout/vList5"/>
    <dgm:cxn modelId="{EA1C0F65-71FA-4985-9FD1-60E6F75B3CCA}" type="presParOf" srcId="{2BABCD9F-896F-4D9F-A413-B85AA334F679}" destId="{BD91F144-65CD-485B-92D7-AF69DD08E56C}" srcOrd="1" destOrd="0" presId="urn:microsoft.com/office/officeart/2005/8/layout/vList5"/>
    <dgm:cxn modelId="{7427A9C4-2531-447E-AA49-1337A8619504}" type="presParOf" srcId="{2BABCD9F-896F-4D9F-A413-B85AA334F679}" destId="{9CE74C2B-54C7-4127-8489-1749B3F45651}" srcOrd="2" destOrd="0" presId="urn:microsoft.com/office/officeart/2005/8/layout/vList5"/>
    <dgm:cxn modelId="{DC434FB2-FCDE-44B3-89BA-D27703D3D454}" type="presParOf" srcId="{9CE74C2B-54C7-4127-8489-1749B3F45651}" destId="{53EA6FC1-6563-4B45-BC3A-0E63CB09066A}" srcOrd="0" destOrd="0" presId="urn:microsoft.com/office/officeart/2005/8/layout/vList5"/>
    <dgm:cxn modelId="{660123B5-90DC-4C71-A921-80AB52F9C4E8}" type="presParOf" srcId="{9CE74C2B-54C7-4127-8489-1749B3F45651}" destId="{D7107613-8707-4CE5-A8B5-5D39E2E09E3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377767-7D4E-4BB4-BAC7-46672F7CD6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D37A99-535D-4BE3-A7C2-67E6595A47D6}">
      <dgm:prSet/>
      <dgm:spPr/>
      <dgm:t>
        <a:bodyPr/>
        <a:lstStyle/>
        <a:p>
          <a:r>
            <a:rPr lang="en-GB" b="1" dirty="0"/>
            <a:t>Project Manager / System Analyst(Samarpan):</a:t>
          </a:r>
          <a:r>
            <a:rPr lang="en-GB" dirty="0"/>
            <a:t> Requirements, SRS, scheduling</a:t>
          </a:r>
          <a:endParaRPr lang="en-US" dirty="0"/>
        </a:p>
      </dgm:t>
    </dgm:pt>
    <dgm:pt modelId="{0482DA47-AEF5-40C7-9DCB-93A02B4B45D1}" type="parTrans" cxnId="{981C9DCC-5540-4DB6-B970-A68B79A38E1A}">
      <dgm:prSet/>
      <dgm:spPr/>
      <dgm:t>
        <a:bodyPr/>
        <a:lstStyle/>
        <a:p>
          <a:endParaRPr lang="en-US"/>
        </a:p>
      </dgm:t>
    </dgm:pt>
    <dgm:pt modelId="{F736763E-430C-4E4A-8D36-655ADE01D7F3}" type="sibTrans" cxnId="{981C9DCC-5540-4DB6-B970-A68B79A38E1A}">
      <dgm:prSet/>
      <dgm:spPr/>
      <dgm:t>
        <a:bodyPr/>
        <a:lstStyle/>
        <a:p>
          <a:endParaRPr lang="en-US"/>
        </a:p>
      </dgm:t>
    </dgm:pt>
    <dgm:pt modelId="{38EEFF4B-6D20-4A57-BE9C-C8195291EF37}">
      <dgm:prSet/>
      <dgm:spPr/>
      <dgm:t>
        <a:bodyPr/>
        <a:lstStyle/>
        <a:p>
          <a:r>
            <a:rPr lang="en-GB" b="1" dirty="0"/>
            <a:t>Database Admin / Incident Manager(Avisekh):</a:t>
          </a:r>
          <a:r>
            <a:rPr lang="en-GB" dirty="0"/>
            <a:t> ERD, schema, backups</a:t>
          </a:r>
          <a:endParaRPr lang="en-US" dirty="0"/>
        </a:p>
      </dgm:t>
    </dgm:pt>
    <dgm:pt modelId="{8CBF666F-A791-4EB9-BFB1-92FE11D51BA1}" type="parTrans" cxnId="{71025FED-AF04-4C88-A4B1-30467A69D39C}">
      <dgm:prSet/>
      <dgm:spPr/>
      <dgm:t>
        <a:bodyPr/>
        <a:lstStyle/>
        <a:p>
          <a:endParaRPr lang="en-US"/>
        </a:p>
      </dgm:t>
    </dgm:pt>
    <dgm:pt modelId="{5FA8C079-F55C-44E4-BAB6-85922E2D23BD}" type="sibTrans" cxnId="{71025FED-AF04-4C88-A4B1-30467A69D39C}">
      <dgm:prSet/>
      <dgm:spPr/>
      <dgm:t>
        <a:bodyPr/>
        <a:lstStyle/>
        <a:p>
          <a:endParaRPr lang="en-US"/>
        </a:p>
      </dgm:t>
    </dgm:pt>
    <dgm:pt modelId="{8E42560F-E122-4001-82DA-7CBE9B07CF82}">
      <dgm:prSet/>
      <dgm:spPr/>
      <dgm:t>
        <a:bodyPr/>
        <a:lstStyle/>
        <a:p>
          <a:r>
            <a:rPr lang="en-GB" b="1" dirty="0"/>
            <a:t>Full Stack Developer / Lead Tester</a:t>
          </a:r>
          <a:r>
            <a:rPr lang="en-GB" b="1" dirty="0">
              <a:latin typeface="Aptos Display" panose="020F0302020204030204"/>
            </a:rPr>
            <a:t>(Ayush):</a:t>
          </a:r>
          <a:r>
            <a:rPr lang="en-GB" dirty="0"/>
            <a:t> Integration, QA, performance</a:t>
          </a:r>
          <a:endParaRPr lang="en-US" dirty="0"/>
        </a:p>
      </dgm:t>
    </dgm:pt>
    <dgm:pt modelId="{B2AA6D8A-3E5B-4D50-9B42-0A748D684F3E}" type="parTrans" cxnId="{5E19290F-FC8F-44FA-9B1B-41AEFFB360E5}">
      <dgm:prSet/>
      <dgm:spPr/>
      <dgm:t>
        <a:bodyPr/>
        <a:lstStyle/>
        <a:p>
          <a:endParaRPr lang="en-US"/>
        </a:p>
      </dgm:t>
    </dgm:pt>
    <dgm:pt modelId="{2875C8A9-4359-4D9F-A2C8-8D10D8049124}" type="sibTrans" cxnId="{5E19290F-FC8F-44FA-9B1B-41AEFFB360E5}">
      <dgm:prSet/>
      <dgm:spPr/>
      <dgm:t>
        <a:bodyPr/>
        <a:lstStyle/>
        <a:p>
          <a:endParaRPr lang="en-US"/>
        </a:p>
      </dgm:t>
    </dgm:pt>
    <dgm:pt modelId="{7E127579-4326-4496-AB68-EFEFA47360F9}">
      <dgm:prSet/>
      <dgm:spPr/>
      <dgm:t>
        <a:bodyPr/>
        <a:lstStyle/>
        <a:p>
          <a:r>
            <a:rPr lang="en-GB" b="1" dirty="0"/>
            <a:t>Programmer</a:t>
          </a:r>
          <a:r>
            <a:rPr lang="en-GB" b="1" dirty="0">
              <a:latin typeface="Aptos Display" panose="020F0302020204030204"/>
            </a:rPr>
            <a:t>(Bibek):</a:t>
          </a:r>
          <a:r>
            <a:rPr lang="en-GB" dirty="0"/>
            <a:t> Core logic, auto-inspection engine</a:t>
          </a:r>
          <a:endParaRPr lang="en-US" dirty="0"/>
        </a:p>
      </dgm:t>
    </dgm:pt>
    <dgm:pt modelId="{7CFA6E77-09C6-4853-8E4F-9FCD6C0DFBE5}" type="parTrans" cxnId="{F639602B-13D7-4438-B28F-CA93B090D626}">
      <dgm:prSet/>
      <dgm:spPr/>
      <dgm:t>
        <a:bodyPr/>
        <a:lstStyle/>
        <a:p>
          <a:endParaRPr lang="en-US"/>
        </a:p>
      </dgm:t>
    </dgm:pt>
    <dgm:pt modelId="{1916C095-9826-430F-BE35-7B65BD2A12D1}" type="sibTrans" cxnId="{F639602B-13D7-4438-B28F-CA93B090D626}">
      <dgm:prSet/>
      <dgm:spPr/>
      <dgm:t>
        <a:bodyPr/>
        <a:lstStyle/>
        <a:p>
          <a:endParaRPr lang="en-US"/>
        </a:p>
      </dgm:t>
    </dgm:pt>
    <dgm:pt modelId="{46D494E6-C05B-4EDF-9906-18A6BAB18E94}">
      <dgm:prSet/>
      <dgm:spPr/>
      <dgm:t>
        <a:bodyPr/>
        <a:lstStyle/>
        <a:p>
          <a:r>
            <a:rPr lang="en-GB" b="1" dirty="0"/>
            <a:t>UI Designer</a:t>
          </a:r>
          <a:r>
            <a:rPr lang="en-GB" b="1" dirty="0">
              <a:latin typeface="Aptos Display" panose="020F0302020204030204"/>
            </a:rPr>
            <a:t>(Prasanna):</a:t>
          </a:r>
          <a:r>
            <a:rPr lang="en-GB" dirty="0"/>
            <a:t> Dashboards, responsive UI</a:t>
          </a:r>
          <a:endParaRPr lang="en-US" dirty="0"/>
        </a:p>
      </dgm:t>
    </dgm:pt>
    <dgm:pt modelId="{9E5AD955-7735-49A3-801B-CA23E03A73C7}" type="parTrans" cxnId="{E674A8D1-C880-4725-B4E3-0AC44F32086E}">
      <dgm:prSet/>
      <dgm:spPr/>
      <dgm:t>
        <a:bodyPr/>
        <a:lstStyle/>
        <a:p>
          <a:endParaRPr lang="en-US"/>
        </a:p>
      </dgm:t>
    </dgm:pt>
    <dgm:pt modelId="{B6C1365E-7AE2-4382-AB70-078E3A6F4AAA}" type="sibTrans" cxnId="{E674A8D1-C880-4725-B4E3-0AC44F32086E}">
      <dgm:prSet/>
      <dgm:spPr/>
      <dgm:t>
        <a:bodyPr/>
        <a:lstStyle/>
        <a:p>
          <a:endParaRPr lang="en-US"/>
        </a:p>
      </dgm:t>
    </dgm:pt>
    <dgm:pt modelId="{2F156B20-8DE5-4839-AB3E-902A9F5A7E55}" type="pres">
      <dgm:prSet presAssocID="{18377767-7D4E-4BB4-BAC7-46672F7CD646}" presName="root" presStyleCnt="0">
        <dgm:presLayoutVars>
          <dgm:dir/>
          <dgm:resizeHandles val="exact"/>
        </dgm:presLayoutVars>
      </dgm:prSet>
      <dgm:spPr/>
    </dgm:pt>
    <dgm:pt modelId="{AA551E49-5E58-4098-8294-F305F7A26C03}" type="pres">
      <dgm:prSet presAssocID="{4FD37A99-535D-4BE3-A7C2-67E6595A47D6}" presName="compNode" presStyleCnt="0"/>
      <dgm:spPr/>
    </dgm:pt>
    <dgm:pt modelId="{EA91188E-4D83-42AD-8123-40693A570444}" type="pres">
      <dgm:prSet presAssocID="{4FD37A99-535D-4BE3-A7C2-67E6595A47D6}" presName="bgRect" presStyleLbl="bgShp" presStyleIdx="0" presStyleCnt="5"/>
      <dgm:spPr/>
    </dgm:pt>
    <dgm:pt modelId="{C1F88390-8CD3-4831-A51D-961B04EBCE78}" type="pres">
      <dgm:prSet presAssocID="{4FD37A99-535D-4BE3-A7C2-67E6595A47D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2877E9AE-FE23-4D7C-B203-F05EC48365A1}" type="pres">
      <dgm:prSet presAssocID="{4FD37A99-535D-4BE3-A7C2-67E6595A47D6}" presName="spaceRect" presStyleCnt="0"/>
      <dgm:spPr/>
    </dgm:pt>
    <dgm:pt modelId="{01480A72-7640-457D-855E-A3E7411C49CB}" type="pres">
      <dgm:prSet presAssocID="{4FD37A99-535D-4BE3-A7C2-67E6595A47D6}" presName="parTx" presStyleLbl="revTx" presStyleIdx="0" presStyleCnt="5">
        <dgm:presLayoutVars>
          <dgm:chMax val="0"/>
          <dgm:chPref val="0"/>
        </dgm:presLayoutVars>
      </dgm:prSet>
      <dgm:spPr/>
    </dgm:pt>
    <dgm:pt modelId="{65AACBD6-3ED4-418B-B34C-2AEB3C643386}" type="pres">
      <dgm:prSet presAssocID="{F736763E-430C-4E4A-8D36-655ADE01D7F3}" presName="sibTrans" presStyleCnt="0"/>
      <dgm:spPr/>
    </dgm:pt>
    <dgm:pt modelId="{8C399B5D-A523-4036-933E-0E84E5EE2AD9}" type="pres">
      <dgm:prSet presAssocID="{38EEFF4B-6D20-4A57-BE9C-C8195291EF37}" presName="compNode" presStyleCnt="0"/>
      <dgm:spPr/>
    </dgm:pt>
    <dgm:pt modelId="{DAC34F9D-F9B1-43CB-AB3E-23E87AE704FB}" type="pres">
      <dgm:prSet presAssocID="{38EEFF4B-6D20-4A57-BE9C-C8195291EF37}" presName="bgRect" presStyleLbl="bgShp" presStyleIdx="1" presStyleCnt="5"/>
      <dgm:spPr/>
    </dgm:pt>
    <dgm:pt modelId="{DC843CB9-6770-47FC-9A7F-9F71D35B9CF6}" type="pres">
      <dgm:prSet presAssocID="{38EEFF4B-6D20-4A57-BE9C-C8195291EF3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8230265-4CAE-47A5-8625-1B8165ECCE3F}" type="pres">
      <dgm:prSet presAssocID="{38EEFF4B-6D20-4A57-BE9C-C8195291EF37}" presName="spaceRect" presStyleCnt="0"/>
      <dgm:spPr/>
    </dgm:pt>
    <dgm:pt modelId="{6D5D4872-F662-4A46-9308-DCE2DB311B21}" type="pres">
      <dgm:prSet presAssocID="{38EEFF4B-6D20-4A57-BE9C-C8195291EF37}" presName="parTx" presStyleLbl="revTx" presStyleIdx="1" presStyleCnt="5">
        <dgm:presLayoutVars>
          <dgm:chMax val="0"/>
          <dgm:chPref val="0"/>
        </dgm:presLayoutVars>
      </dgm:prSet>
      <dgm:spPr/>
    </dgm:pt>
    <dgm:pt modelId="{A3CDD14B-8030-4D86-9534-7C2060B29271}" type="pres">
      <dgm:prSet presAssocID="{5FA8C079-F55C-44E4-BAB6-85922E2D23BD}" presName="sibTrans" presStyleCnt="0"/>
      <dgm:spPr/>
    </dgm:pt>
    <dgm:pt modelId="{751D2222-5330-4400-ADD0-5E9ACEAAF68C}" type="pres">
      <dgm:prSet presAssocID="{8E42560F-E122-4001-82DA-7CBE9B07CF82}" presName="compNode" presStyleCnt="0"/>
      <dgm:spPr/>
    </dgm:pt>
    <dgm:pt modelId="{057B636F-0657-4650-A926-2FA22076F650}" type="pres">
      <dgm:prSet presAssocID="{8E42560F-E122-4001-82DA-7CBE9B07CF82}" presName="bgRect" presStyleLbl="bgShp" presStyleIdx="2" presStyleCnt="5"/>
      <dgm:spPr/>
    </dgm:pt>
    <dgm:pt modelId="{BB7760ED-437F-4E95-96FA-E37AEE59DA5B}" type="pres">
      <dgm:prSet presAssocID="{8E42560F-E122-4001-82DA-7CBE9B07CF8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321B0032-BAD8-4047-A15E-1738669556F8}" type="pres">
      <dgm:prSet presAssocID="{8E42560F-E122-4001-82DA-7CBE9B07CF82}" presName="spaceRect" presStyleCnt="0"/>
      <dgm:spPr/>
    </dgm:pt>
    <dgm:pt modelId="{29E25FD5-AE2F-4692-AECB-5854D63F047F}" type="pres">
      <dgm:prSet presAssocID="{8E42560F-E122-4001-82DA-7CBE9B07CF82}" presName="parTx" presStyleLbl="revTx" presStyleIdx="2" presStyleCnt="5">
        <dgm:presLayoutVars>
          <dgm:chMax val="0"/>
          <dgm:chPref val="0"/>
        </dgm:presLayoutVars>
      </dgm:prSet>
      <dgm:spPr/>
    </dgm:pt>
    <dgm:pt modelId="{424D2E30-06E6-40A9-95A6-DC57B96C0D20}" type="pres">
      <dgm:prSet presAssocID="{2875C8A9-4359-4D9F-A2C8-8D10D8049124}" presName="sibTrans" presStyleCnt="0"/>
      <dgm:spPr/>
    </dgm:pt>
    <dgm:pt modelId="{0D3AF73A-E408-429B-B3EF-18872FCFEAF9}" type="pres">
      <dgm:prSet presAssocID="{7E127579-4326-4496-AB68-EFEFA47360F9}" presName="compNode" presStyleCnt="0"/>
      <dgm:spPr/>
    </dgm:pt>
    <dgm:pt modelId="{B0432C7D-C2D1-4644-B8C0-C15EBB977568}" type="pres">
      <dgm:prSet presAssocID="{7E127579-4326-4496-AB68-EFEFA47360F9}" presName="bgRect" presStyleLbl="bgShp" presStyleIdx="3" presStyleCnt="5"/>
      <dgm:spPr/>
    </dgm:pt>
    <dgm:pt modelId="{1E915F76-F1B8-458F-A57D-68EA0999838E}" type="pres">
      <dgm:prSet presAssocID="{7E127579-4326-4496-AB68-EFEFA47360F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9302940-B274-4023-A301-DBD99537B32E}" type="pres">
      <dgm:prSet presAssocID="{7E127579-4326-4496-AB68-EFEFA47360F9}" presName="spaceRect" presStyleCnt="0"/>
      <dgm:spPr/>
    </dgm:pt>
    <dgm:pt modelId="{5EA2CC88-3429-4037-95D0-3C4CC4E38312}" type="pres">
      <dgm:prSet presAssocID="{7E127579-4326-4496-AB68-EFEFA47360F9}" presName="parTx" presStyleLbl="revTx" presStyleIdx="3" presStyleCnt="5">
        <dgm:presLayoutVars>
          <dgm:chMax val="0"/>
          <dgm:chPref val="0"/>
        </dgm:presLayoutVars>
      </dgm:prSet>
      <dgm:spPr/>
    </dgm:pt>
    <dgm:pt modelId="{87B85F41-5864-4A40-8445-60BA18844FFA}" type="pres">
      <dgm:prSet presAssocID="{1916C095-9826-430F-BE35-7B65BD2A12D1}" presName="sibTrans" presStyleCnt="0"/>
      <dgm:spPr/>
    </dgm:pt>
    <dgm:pt modelId="{DA7613D2-F226-4B17-A05D-A9C30E3AAA05}" type="pres">
      <dgm:prSet presAssocID="{46D494E6-C05B-4EDF-9906-18A6BAB18E94}" presName="compNode" presStyleCnt="0"/>
      <dgm:spPr/>
    </dgm:pt>
    <dgm:pt modelId="{BA8ED942-EAF7-4571-9D12-6D94C5D05CB9}" type="pres">
      <dgm:prSet presAssocID="{46D494E6-C05B-4EDF-9906-18A6BAB18E94}" presName="bgRect" presStyleLbl="bgShp" presStyleIdx="4" presStyleCnt="5"/>
      <dgm:spPr/>
    </dgm:pt>
    <dgm:pt modelId="{BD38A50D-C31D-4A40-8472-73C8BD5E6864}" type="pres">
      <dgm:prSet presAssocID="{46D494E6-C05B-4EDF-9906-18A6BAB18E9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50D9551-BC1D-471D-B789-47D16A8BA978}" type="pres">
      <dgm:prSet presAssocID="{46D494E6-C05B-4EDF-9906-18A6BAB18E94}" presName="spaceRect" presStyleCnt="0"/>
      <dgm:spPr/>
    </dgm:pt>
    <dgm:pt modelId="{62E0B7C9-2B82-4C4D-8EBC-DD2A99B7CD26}" type="pres">
      <dgm:prSet presAssocID="{46D494E6-C05B-4EDF-9906-18A6BAB18E9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E19290F-FC8F-44FA-9B1B-41AEFFB360E5}" srcId="{18377767-7D4E-4BB4-BAC7-46672F7CD646}" destId="{8E42560F-E122-4001-82DA-7CBE9B07CF82}" srcOrd="2" destOrd="0" parTransId="{B2AA6D8A-3E5B-4D50-9B42-0A748D684F3E}" sibTransId="{2875C8A9-4359-4D9F-A2C8-8D10D8049124}"/>
    <dgm:cxn modelId="{F639602B-13D7-4438-B28F-CA93B090D626}" srcId="{18377767-7D4E-4BB4-BAC7-46672F7CD646}" destId="{7E127579-4326-4496-AB68-EFEFA47360F9}" srcOrd="3" destOrd="0" parTransId="{7CFA6E77-09C6-4853-8E4F-9FCD6C0DFBE5}" sibTransId="{1916C095-9826-430F-BE35-7B65BD2A12D1}"/>
    <dgm:cxn modelId="{834A283C-76AC-4C74-B875-E6E49FC5EC3F}" type="presOf" srcId="{46D494E6-C05B-4EDF-9906-18A6BAB18E94}" destId="{62E0B7C9-2B82-4C4D-8EBC-DD2A99B7CD26}" srcOrd="0" destOrd="0" presId="urn:microsoft.com/office/officeart/2018/2/layout/IconVerticalSolidList"/>
    <dgm:cxn modelId="{0CA0C241-83E8-43B6-B8DA-08027619C462}" type="presOf" srcId="{7E127579-4326-4496-AB68-EFEFA47360F9}" destId="{5EA2CC88-3429-4037-95D0-3C4CC4E38312}" srcOrd="0" destOrd="0" presId="urn:microsoft.com/office/officeart/2018/2/layout/IconVerticalSolidList"/>
    <dgm:cxn modelId="{2EAA9C81-DC0A-4FC4-AFEE-8ECF88DD4786}" type="presOf" srcId="{38EEFF4B-6D20-4A57-BE9C-C8195291EF37}" destId="{6D5D4872-F662-4A46-9308-DCE2DB311B21}" srcOrd="0" destOrd="0" presId="urn:microsoft.com/office/officeart/2018/2/layout/IconVerticalSolidList"/>
    <dgm:cxn modelId="{08D5BAB9-D0B1-43B2-ACC3-C73BD2FD9E69}" type="presOf" srcId="{18377767-7D4E-4BB4-BAC7-46672F7CD646}" destId="{2F156B20-8DE5-4839-AB3E-902A9F5A7E55}" srcOrd="0" destOrd="0" presId="urn:microsoft.com/office/officeart/2018/2/layout/IconVerticalSolidList"/>
    <dgm:cxn modelId="{981C9DCC-5540-4DB6-B970-A68B79A38E1A}" srcId="{18377767-7D4E-4BB4-BAC7-46672F7CD646}" destId="{4FD37A99-535D-4BE3-A7C2-67E6595A47D6}" srcOrd="0" destOrd="0" parTransId="{0482DA47-AEF5-40C7-9DCB-93A02B4B45D1}" sibTransId="{F736763E-430C-4E4A-8D36-655ADE01D7F3}"/>
    <dgm:cxn modelId="{E674A8D1-C880-4725-B4E3-0AC44F32086E}" srcId="{18377767-7D4E-4BB4-BAC7-46672F7CD646}" destId="{46D494E6-C05B-4EDF-9906-18A6BAB18E94}" srcOrd="4" destOrd="0" parTransId="{9E5AD955-7735-49A3-801B-CA23E03A73C7}" sibTransId="{B6C1365E-7AE2-4382-AB70-078E3A6F4AAA}"/>
    <dgm:cxn modelId="{0EE85CD5-5DE1-4A55-9CA6-5E3A9095E5FA}" type="presOf" srcId="{4FD37A99-535D-4BE3-A7C2-67E6595A47D6}" destId="{01480A72-7640-457D-855E-A3E7411C49CB}" srcOrd="0" destOrd="0" presId="urn:microsoft.com/office/officeart/2018/2/layout/IconVerticalSolidList"/>
    <dgm:cxn modelId="{31F7A6DD-55A5-41EE-B793-70F428CE4731}" type="presOf" srcId="{8E42560F-E122-4001-82DA-7CBE9B07CF82}" destId="{29E25FD5-AE2F-4692-AECB-5854D63F047F}" srcOrd="0" destOrd="0" presId="urn:microsoft.com/office/officeart/2018/2/layout/IconVerticalSolidList"/>
    <dgm:cxn modelId="{71025FED-AF04-4C88-A4B1-30467A69D39C}" srcId="{18377767-7D4E-4BB4-BAC7-46672F7CD646}" destId="{38EEFF4B-6D20-4A57-BE9C-C8195291EF37}" srcOrd="1" destOrd="0" parTransId="{8CBF666F-A791-4EB9-BFB1-92FE11D51BA1}" sibTransId="{5FA8C079-F55C-44E4-BAB6-85922E2D23BD}"/>
    <dgm:cxn modelId="{93DBAD85-4D05-4543-9CA1-48FF6D6ABADB}" type="presParOf" srcId="{2F156B20-8DE5-4839-AB3E-902A9F5A7E55}" destId="{AA551E49-5E58-4098-8294-F305F7A26C03}" srcOrd="0" destOrd="0" presId="urn:microsoft.com/office/officeart/2018/2/layout/IconVerticalSolidList"/>
    <dgm:cxn modelId="{3EDE6EA5-3682-4D8E-803E-C3E24A6B6A9E}" type="presParOf" srcId="{AA551E49-5E58-4098-8294-F305F7A26C03}" destId="{EA91188E-4D83-42AD-8123-40693A570444}" srcOrd="0" destOrd="0" presId="urn:microsoft.com/office/officeart/2018/2/layout/IconVerticalSolidList"/>
    <dgm:cxn modelId="{E852A511-DF5C-48E5-AC49-78D321AC6465}" type="presParOf" srcId="{AA551E49-5E58-4098-8294-F305F7A26C03}" destId="{C1F88390-8CD3-4831-A51D-961B04EBCE78}" srcOrd="1" destOrd="0" presId="urn:microsoft.com/office/officeart/2018/2/layout/IconVerticalSolidList"/>
    <dgm:cxn modelId="{47A4860A-1E3C-4BDD-9BAE-5994D6F7E5FA}" type="presParOf" srcId="{AA551E49-5E58-4098-8294-F305F7A26C03}" destId="{2877E9AE-FE23-4D7C-B203-F05EC48365A1}" srcOrd="2" destOrd="0" presId="urn:microsoft.com/office/officeart/2018/2/layout/IconVerticalSolidList"/>
    <dgm:cxn modelId="{D0E52AF2-05C9-48CC-86F2-40DE17D4E36A}" type="presParOf" srcId="{AA551E49-5E58-4098-8294-F305F7A26C03}" destId="{01480A72-7640-457D-855E-A3E7411C49CB}" srcOrd="3" destOrd="0" presId="urn:microsoft.com/office/officeart/2018/2/layout/IconVerticalSolidList"/>
    <dgm:cxn modelId="{0ED4FFD4-C453-496E-9780-0C0853D95A6E}" type="presParOf" srcId="{2F156B20-8DE5-4839-AB3E-902A9F5A7E55}" destId="{65AACBD6-3ED4-418B-B34C-2AEB3C643386}" srcOrd="1" destOrd="0" presId="urn:microsoft.com/office/officeart/2018/2/layout/IconVerticalSolidList"/>
    <dgm:cxn modelId="{CE0523EC-65D8-48DF-B0CA-D3533F2F094E}" type="presParOf" srcId="{2F156B20-8DE5-4839-AB3E-902A9F5A7E55}" destId="{8C399B5D-A523-4036-933E-0E84E5EE2AD9}" srcOrd="2" destOrd="0" presId="urn:microsoft.com/office/officeart/2018/2/layout/IconVerticalSolidList"/>
    <dgm:cxn modelId="{80780A7A-2D25-4BA0-A142-DFEA3BB72BA0}" type="presParOf" srcId="{8C399B5D-A523-4036-933E-0E84E5EE2AD9}" destId="{DAC34F9D-F9B1-43CB-AB3E-23E87AE704FB}" srcOrd="0" destOrd="0" presId="urn:microsoft.com/office/officeart/2018/2/layout/IconVerticalSolidList"/>
    <dgm:cxn modelId="{AA8C7177-AAD1-4CCC-9C13-6085FDEFF77F}" type="presParOf" srcId="{8C399B5D-A523-4036-933E-0E84E5EE2AD9}" destId="{DC843CB9-6770-47FC-9A7F-9F71D35B9CF6}" srcOrd="1" destOrd="0" presId="urn:microsoft.com/office/officeart/2018/2/layout/IconVerticalSolidList"/>
    <dgm:cxn modelId="{D0D3012F-2EAC-449D-BDFA-697C208AF25D}" type="presParOf" srcId="{8C399B5D-A523-4036-933E-0E84E5EE2AD9}" destId="{F8230265-4CAE-47A5-8625-1B8165ECCE3F}" srcOrd="2" destOrd="0" presId="urn:microsoft.com/office/officeart/2018/2/layout/IconVerticalSolidList"/>
    <dgm:cxn modelId="{8A6AB0E4-83CC-41E8-ABE8-A6E241A8FDD2}" type="presParOf" srcId="{8C399B5D-A523-4036-933E-0E84E5EE2AD9}" destId="{6D5D4872-F662-4A46-9308-DCE2DB311B21}" srcOrd="3" destOrd="0" presId="urn:microsoft.com/office/officeart/2018/2/layout/IconVerticalSolidList"/>
    <dgm:cxn modelId="{538FFC1D-7504-47F4-A649-03EEA7B9E9CA}" type="presParOf" srcId="{2F156B20-8DE5-4839-AB3E-902A9F5A7E55}" destId="{A3CDD14B-8030-4D86-9534-7C2060B29271}" srcOrd="3" destOrd="0" presId="urn:microsoft.com/office/officeart/2018/2/layout/IconVerticalSolidList"/>
    <dgm:cxn modelId="{7F058067-2C3A-488F-AEC2-0C35571B715F}" type="presParOf" srcId="{2F156B20-8DE5-4839-AB3E-902A9F5A7E55}" destId="{751D2222-5330-4400-ADD0-5E9ACEAAF68C}" srcOrd="4" destOrd="0" presId="urn:microsoft.com/office/officeart/2018/2/layout/IconVerticalSolidList"/>
    <dgm:cxn modelId="{0E7C1AC8-83C0-4A82-8CA1-FB86994817C7}" type="presParOf" srcId="{751D2222-5330-4400-ADD0-5E9ACEAAF68C}" destId="{057B636F-0657-4650-A926-2FA22076F650}" srcOrd="0" destOrd="0" presId="urn:microsoft.com/office/officeart/2018/2/layout/IconVerticalSolidList"/>
    <dgm:cxn modelId="{9C681440-D43E-4D8B-B516-06F8FB362FC0}" type="presParOf" srcId="{751D2222-5330-4400-ADD0-5E9ACEAAF68C}" destId="{BB7760ED-437F-4E95-96FA-E37AEE59DA5B}" srcOrd="1" destOrd="0" presId="urn:microsoft.com/office/officeart/2018/2/layout/IconVerticalSolidList"/>
    <dgm:cxn modelId="{18B0F3E9-9D73-4FF8-B1DF-0E085FA5C7D4}" type="presParOf" srcId="{751D2222-5330-4400-ADD0-5E9ACEAAF68C}" destId="{321B0032-BAD8-4047-A15E-1738669556F8}" srcOrd="2" destOrd="0" presId="urn:microsoft.com/office/officeart/2018/2/layout/IconVerticalSolidList"/>
    <dgm:cxn modelId="{3E4CA758-1935-4CBA-BD50-0EA21BFC8DBB}" type="presParOf" srcId="{751D2222-5330-4400-ADD0-5E9ACEAAF68C}" destId="{29E25FD5-AE2F-4692-AECB-5854D63F047F}" srcOrd="3" destOrd="0" presId="urn:microsoft.com/office/officeart/2018/2/layout/IconVerticalSolidList"/>
    <dgm:cxn modelId="{90E358A6-F24A-4603-A1AD-0772DAFD61D7}" type="presParOf" srcId="{2F156B20-8DE5-4839-AB3E-902A9F5A7E55}" destId="{424D2E30-06E6-40A9-95A6-DC57B96C0D20}" srcOrd="5" destOrd="0" presId="urn:microsoft.com/office/officeart/2018/2/layout/IconVerticalSolidList"/>
    <dgm:cxn modelId="{C8AC42A8-EEEE-45BB-A382-A2847FD86ABF}" type="presParOf" srcId="{2F156B20-8DE5-4839-AB3E-902A9F5A7E55}" destId="{0D3AF73A-E408-429B-B3EF-18872FCFEAF9}" srcOrd="6" destOrd="0" presId="urn:microsoft.com/office/officeart/2018/2/layout/IconVerticalSolidList"/>
    <dgm:cxn modelId="{3A4486A9-76BD-40F1-B0C9-63EEC54F1BF7}" type="presParOf" srcId="{0D3AF73A-E408-429B-B3EF-18872FCFEAF9}" destId="{B0432C7D-C2D1-4644-B8C0-C15EBB977568}" srcOrd="0" destOrd="0" presId="urn:microsoft.com/office/officeart/2018/2/layout/IconVerticalSolidList"/>
    <dgm:cxn modelId="{926BC083-CB54-4B81-9BB4-3E20927B1987}" type="presParOf" srcId="{0D3AF73A-E408-429B-B3EF-18872FCFEAF9}" destId="{1E915F76-F1B8-458F-A57D-68EA0999838E}" srcOrd="1" destOrd="0" presId="urn:microsoft.com/office/officeart/2018/2/layout/IconVerticalSolidList"/>
    <dgm:cxn modelId="{9FAB7B97-B059-4452-B6D9-0F82B5B4C619}" type="presParOf" srcId="{0D3AF73A-E408-429B-B3EF-18872FCFEAF9}" destId="{19302940-B274-4023-A301-DBD99537B32E}" srcOrd="2" destOrd="0" presId="urn:microsoft.com/office/officeart/2018/2/layout/IconVerticalSolidList"/>
    <dgm:cxn modelId="{F10B8DBB-A4EF-4E03-B0D4-78E3B13DA6CE}" type="presParOf" srcId="{0D3AF73A-E408-429B-B3EF-18872FCFEAF9}" destId="{5EA2CC88-3429-4037-95D0-3C4CC4E38312}" srcOrd="3" destOrd="0" presId="urn:microsoft.com/office/officeart/2018/2/layout/IconVerticalSolidList"/>
    <dgm:cxn modelId="{6320D147-43DD-462E-84CD-77BF34D9E4ED}" type="presParOf" srcId="{2F156B20-8DE5-4839-AB3E-902A9F5A7E55}" destId="{87B85F41-5864-4A40-8445-60BA18844FFA}" srcOrd="7" destOrd="0" presId="urn:microsoft.com/office/officeart/2018/2/layout/IconVerticalSolidList"/>
    <dgm:cxn modelId="{4E827DA8-D805-4DA2-8C77-F057B0F4FAE9}" type="presParOf" srcId="{2F156B20-8DE5-4839-AB3E-902A9F5A7E55}" destId="{DA7613D2-F226-4B17-A05D-A9C30E3AAA05}" srcOrd="8" destOrd="0" presId="urn:microsoft.com/office/officeart/2018/2/layout/IconVerticalSolidList"/>
    <dgm:cxn modelId="{AC14EBCD-EACC-4EB2-BC7C-2D9F8270536A}" type="presParOf" srcId="{DA7613D2-F226-4B17-A05D-A9C30E3AAA05}" destId="{BA8ED942-EAF7-4571-9D12-6D94C5D05CB9}" srcOrd="0" destOrd="0" presId="urn:microsoft.com/office/officeart/2018/2/layout/IconVerticalSolidList"/>
    <dgm:cxn modelId="{6BC6A685-1902-4D14-9411-DAB04416A639}" type="presParOf" srcId="{DA7613D2-F226-4B17-A05D-A9C30E3AAA05}" destId="{BD38A50D-C31D-4A40-8472-73C8BD5E6864}" srcOrd="1" destOrd="0" presId="urn:microsoft.com/office/officeart/2018/2/layout/IconVerticalSolidList"/>
    <dgm:cxn modelId="{5F8F4857-16EE-465E-ABFF-99E9CF5E6380}" type="presParOf" srcId="{DA7613D2-F226-4B17-A05D-A9C30E3AAA05}" destId="{A50D9551-BC1D-471D-B789-47D16A8BA978}" srcOrd="2" destOrd="0" presId="urn:microsoft.com/office/officeart/2018/2/layout/IconVerticalSolidList"/>
    <dgm:cxn modelId="{2CFE7F8A-45E7-4A80-849B-187C6D737E6B}" type="presParOf" srcId="{DA7613D2-F226-4B17-A05D-A9C30E3AAA05}" destId="{62E0B7C9-2B82-4C4D-8EBC-DD2A99B7CD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DE0C9-70A4-4DB1-9190-01330154B93A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Manual processes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Emails and documents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Disconnected storage</a:t>
          </a:r>
          <a:endParaRPr lang="en-US" sz="2200" kern="1200"/>
        </a:p>
      </dsp:txBody>
      <dsp:txXfrm rot="-5400000">
        <a:off x="3785616" y="295201"/>
        <a:ext cx="6647092" cy="1532257"/>
      </dsp:txXfrm>
    </dsp:sp>
    <dsp:sp modelId="{D58F54FC-65D6-4F46-84F4-514FAB28B574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Academic administration currently relies on:</a:t>
          </a:r>
          <a:endParaRPr lang="en-US" sz="3200" kern="1200"/>
        </a:p>
      </dsp:txBody>
      <dsp:txXfrm>
        <a:off x="103614" y="103667"/>
        <a:ext cx="3578388" cy="1915324"/>
      </dsp:txXfrm>
    </dsp:sp>
    <dsp:sp modelId="{D7107613-8707-4CE5-A8B5-5D39E2E09E35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Inconsistent data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Slow approvals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No automated compliance checks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Accreditation risks</a:t>
          </a:r>
          <a:endParaRPr lang="en-US" sz="2200" kern="1200"/>
        </a:p>
      </dsp:txBody>
      <dsp:txXfrm rot="-5400000">
        <a:off x="3785616" y="2523880"/>
        <a:ext cx="6647092" cy="1532257"/>
      </dsp:txXfrm>
    </dsp:sp>
    <dsp:sp modelId="{53EA6FC1-6563-4B45-BC3A-0E63CB09066A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Key problems:</a:t>
          </a:r>
          <a:endParaRPr lang="en-US" sz="3200" kern="1200"/>
        </a:p>
      </dsp:txBody>
      <dsp:txXfrm>
        <a:off x="103614" y="2332346"/>
        <a:ext cx="3578388" cy="1915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1188E-4D83-42AD-8123-40693A570444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88390-8CD3-4831-A51D-961B04EBCE78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80A72-7640-457D-855E-A3E7411C49CB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Project Manager / System Analyst(Samarpan):</a:t>
          </a:r>
          <a:r>
            <a:rPr lang="en-GB" sz="1800" kern="1200" dirty="0"/>
            <a:t> Requirements, SRS, scheduling</a:t>
          </a:r>
          <a:endParaRPr lang="en-US" sz="1800" kern="1200" dirty="0"/>
        </a:p>
      </dsp:txBody>
      <dsp:txXfrm>
        <a:off x="1129902" y="4592"/>
        <a:ext cx="5171698" cy="978270"/>
      </dsp:txXfrm>
    </dsp:sp>
    <dsp:sp modelId="{DAC34F9D-F9B1-43CB-AB3E-23E87AE704FB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843CB9-6770-47FC-9A7F-9F71D35B9CF6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D4872-F662-4A46-9308-DCE2DB311B21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Database Admin / Incident Manager(Avisekh):</a:t>
          </a:r>
          <a:r>
            <a:rPr lang="en-GB" sz="1800" kern="1200" dirty="0"/>
            <a:t> ERD, schema, backups</a:t>
          </a:r>
          <a:endParaRPr lang="en-US" sz="1800" kern="1200" dirty="0"/>
        </a:p>
      </dsp:txBody>
      <dsp:txXfrm>
        <a:off x="1129902" y="1227431"/>
        <a:ext cx="5171698" cy="978270"/>
      </dsp:txXfrm>
    </dsp:sp>
    <dsp:sp modelId="{057B636F-0657-4650-A926-2FA22076F650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760ED-437F-4E95-96FA-E37AEE59DA5B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25FD5-AE2F-4692-AECB-5854D63F047F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Full Stack Developer / Lead Tester</a:t>
          </a:r>
          <a:r>
            <a:rPr lang="en-GB" sz="1800" b="1" kern="1200" dirty="0">
              <a:latin typeface="Aptos Display" panose="020F0302020204030204"/>
            </a:rPr>
            <a:t>(Ayush):</a:t>
          </a:r>
          <a:r>
            <a:rPr lang="en-GB" sz="1800" kern="1200" dirty="0"/>
            <a:t> Integration, QA, performance</a:t>
          </a:r>
          <a:endParaRPr lang="en-US" sz="1800" kern="1200" dirty="0"/>
        </a:p>
      </dsp:txBody>
      <dsp:txXfrm>
        <a:off x="1129902" y="2450269"/>
        <a:ext cx="5171698" cy="978270"/>
      </dsp:txXfrm>
    </dsp:sp>
    <dsp:sp modelId="{B0432C7D-C2D1-4644-B8C0-C15EBB977568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15F76-F1B8-458F-A57D-68EA0999838E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2CC88-3429-4037-95D0-3C4CC4E38312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Programmer</a:t>
          </a:r>
          <a:r>
            <a:rPr lang="en-GB" sz="1800" b="1" kern="1200" dirty="0">
              <a:latin typeface="Aptos Display" panose="020F0302020204030204"/>
            </a:rPr>
            <a:t>(Bibek):</a:t>
          </a:r>
          <a:r>
            <a:rPr lang="en-GB" sz="1800" kern="1200" dirty="0"/>
            <a:t> Core logic, auto-inspection engine</a:t>
          </a:r>
          <a:endParaRPr lang="en-US" sz="1800" kern="1200" dirty="0"/>
        </a:p>
      </dsp:txBody>
      <dsp:txXfrm>
        <a:off x="1129902" y="3673107"/>
        <a:ext cx="5171698" cy="978270"/>
      </dsp:txXfrm>
    </dsp:sp>
    <dsp:sp modelId="{BA8ED942-EAF7-4571-9D12-6D94C5D05CB9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8A50D-C31D-4A40-8472-73C8BD5E6864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0B7C9-2B82-4C4D-8EBC-DD2A99B7CD26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UI Designer</a:t>
          </a:r>
          <a:r>
            <a:rPr lang="en-GB" sz="1800" b="1" kern="1200" dirty="0">
              <a:latin typeface="Aptos Display" panose="020F0302020204030204"/>
            </a:rPr>
            <a:t>(Prasanna):</a:t>
          </a:r>
          <a:r>
            <a:rPr lang="en-GB" sz="1800" kern="1200" dirty="0"/>
            <a:t> Dashboards, responsive UI</a:t>
          </a:r>
          <a:endParaRPr lang="en-US" sz="1800" kern="1200" dirty="0"/>
        </a:p>
      </dsp:txBody>
      <dsp:txXfrm>
        <a:off x="1129902" y="4895945"/>
        <a:ext cx="51716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GB" sz="4200">
                <a:ea typeface="+mj-lt"/>
                <a:cs typeface="+mj-lt"/>
              </a:rPr>
              <a:t>Kent Institute Academic Administration Management System (KIAAMS)</a:t>
            </a:r>
            <a:endParaRPr lang="en-US" sz="4200"/>
          </a:p>
          <a:p>
            <a:pPr algn="l"/>
            <a:endParaRPr lang="en-GB" sz="4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124" y="4872922"/>
            <a:ext cx="5013698" cy="1208141"/>
          </a:xfrm>
        </p:spPr>
        <p:txBody>
          <a:bodyPr>
            <a:normAutofit/>
          </a:bodyPr>
          <a:lstStyle/>
          <a:p>
            <a:pPr algn="l"/>
            <a:r>
              <a:rPr lang="en-GB" sz="700" b="1">
                <a:ea typeface="+mn-lt"/>
                <a:cs typeface="+mn-lt"/>
              </a:rPr>
              <a:t>Developed by:</a:t>
            </a:r>
            <a:r>
              <a:rPr lang="en-GB" sz="700">
                <a:ea typeface="+mn-lt"/>
                <a:cs typeface="+mn-lt"/>
              </a:rPr>
              <a:t> Yeti Tech</a:t>
            </a:r>
            <a:endParaRPr lang="en-US" sz="700"/>
          </a:p>
          <a:p>
            <a:pPr algn="l"/>
            <a:r>
              <a:rPr lang="en-GB" sz="700"/>
              <a:t>Members:</a:t>
            </a:r>
          </a:p>
          <a:p>
            <a:pPr algn="l"/>
            <a:r>
              <a:rPr lang="en-GB" sz="700"/>
              <a:t>Samarpan  Baniya</a:t>
            </a:r>
          </a:p>
          <a:p>
            <a:pPr algn="l"/>
            <a:r>
              <a:rPr lang="en-GB" sz="700"/>
              <a:t>Avisekh Khadka</a:t>
            </a:r>
          </a:p>
          <a:p>
            <a:pPr algn="l"/>
            <a:r>
              <a:rPr lang="en-GB" sz="700"/>
              <a:t>Bibek  Shrestha</a:t>
            </a:r>
          </a:p>
          <a:p>
            <a:pPr algn="l"/>
            <a:r>
              <a:rPr lang="en-GB" sz="700"/>
              <a:t>Ayush Shrestha</a:t>
            </a:r>
          </a:p>
          <a:p>
            <a:pPr algn="l"/>
            <a:r>
              <a:rPr lang="en-GB" sz="700"/>
              <a:t>Prasanna Sapkota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A logo of a gorilla&#10;&#10;AI-generated content may be incorrect.">
            <a:extLst>
              <a:ext uri="{FF2B5EF4-FFF2-40B4-BE49-F238E27FC236}">
                <a16:creationId xmlns:a16="http://schemas.microsoft.com/office/drawing/2014/main" id="{2F7E8696-BA95-8817-969F-E36F6830E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886" y="625683"/>
            <a:ext cx="2743200" cy="27432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olorful logo with black text&#10;&#10;AI-generated content may be incorrect.">
            <a:extLst>
              <a:ext uri="{FF2B5EF4-FFF2-40B4-BE49-F238E27FC236}">
                <a16:creationId xmlns:a16="http://schemas.microsoft.com/office/drawing/2014/main" id="{73ED5321-F8C4-3F48-9D58-D550ACA1B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71" y="3603436"/>
            <a:ext cx="4708833" cy="263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CE2010-2F1A-A3B4-937D-E4378256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085" b="147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77434-6964-AA0D-8F48-9F48543F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/>
              <a:t> Background &amp; Problem Statement</a:t>
            </a:r>
            <a:endParaRPr lang="en-US" dirty="0"/>
          </a:p>
          <a:p>
            <a:endParaRPr lang="en-GB" dirty="0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A825935D-E05C-49BA-21F5-3E60257CE7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8599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388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8B69D-1D35-9D6C-FBDC-CF95E68E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Purpose &amp; Objectives</a:t>
            </a:r>
            <a:endParaRPr lang="en-US">
              <a:solidFill>
                <a:srgbClr val="FFFFFF"/>
              </a:solidFill>
            </a:endParaRPr>
          </a:p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5B5E-E164-F1C4-38C7-A6E6F7CA9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600" b="1">
                <a:ea typeface="+mn-lt"/>
                <a:cs typeface="+mn-lt"/>
              </a:rPr>
              <a:t>Purpose</a:t>
            </a:r>
            <a:endParaRPr lang="en-GB" sz="2600"/>
          </a:p>
          <a:p>
            <a:r>
              <a:rPr lang="en-GB" sz="2600">
                <a:ea typeface="+mn-lt"/>
                <a:cs typeface="+mn-lt"/>
              </a:rPr>
              <a:t>Digitise and centralise academic administration</a:t>
            </a:r>
            <a:endParaRPr lang="en-GB" sz="2600"/>
          </a:p>
          <a:p>
            <a:r>
              <a:rPr lang="en-GB" sz="2600">
                <a:ea typeface="+mn-lt"/>
                <a:cs typeface="+mn-lt"/>
              </a:rPr>
              <a:t>Improve efficiency, accuracy, and compliance</a:t>
            </a:r>
            <a:endParaRPr lang="en-GB" sz="2600"/>
          </a:p>
          <a:p>
            <a:br>
              <a:rPr lang="en-US" sz="2600"/>
            </a:br>
            <a:endParaRPr lang="en-US" sz="2600"/>
          </a:p>
          <a:p>
            <a:r>
              <a:rPr lang="en-GB" sz="2600" b="1">
                <a:ea typeface="+mn-lt"/>
                <a:cs typeface="+mn-lt"/>
              </a:rPr>
              <a:t>Objectives</a:t>
            </a:r>
            <a:endParaRPr lang="en-GB" sz="2600"/>
          </a:p>
          <a:p>
            <a:r>
              <a:rPr lang="en-GB" sz="2600">
                <a:ea typeface="+mn-lt"/>
                <a:cs typeface="+mn-lt"/>
              </a:rPr>
              <a:t>Role-based access control</a:t>
            </a:r>
            <a:endParaRPr lang="en-GB" sz="2600"/>
          </a:p>
          <a:p>
            <a:r>
              <a:rPr lang="en-GB" sz="2600">
                <a:ea typeface="+mn-lt"/>
                <a:cs typeface="+mn-lt"/>
              </a:rPr>
              <a:t>Automated assessment brief inspection</a:t>
            </a:r>
            <a:endParaRPr lang="en-GB" sz="2600"/>
          </a:p>
          <a:p>
            <a:r>
              <a:rPr lang="en-GB" sz="2600">
                <a:ea typeface="+mn-lt"/>
                <a:cs typeface="+mn-lt"/>
              </a:rPr>
              <a:t>Secure data handling</a:t>
            </a:r>
            <a:endParaRPr lang="en-GB" sz="2600"/>
          </a:p>
          <a:p>
            <a:r>
              <a:rPr lang="en-GB" sz="2600">
                <a:ea typeface="+mn-lt"/>
                <a:cs typeface="+mn-lt"/>
              </a:rPr>
              <a:t>Reliable academic reporting</a:t>
            </a:r>
            <a:endParaRPr lang="en-GB" sz="2600"/>
          </a:p>
          <a:p>
            <a:endParaRPr lang="en-GB" sz="2600"/>
          </a:p>
        </p:txBody>
      </p:sp>
    </p:spTree>
    <p:extLst>
      <p:ext uri="{BB962C8B-B14F-4D97-AF65-F5344CB8AC3E}">
        <p14:creationId xmlns:p14="http://schemas.microsoft.com/office/powerpoint/2010/main" val="330403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A61AB-9C52-31D1-7C92-15D49084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4800" b="1">
                <a:solidFill>
                  <a:srgbClr val="FFFFFF"/>
                </a:solidFill>
              </a:rPr>
              <a:t> Project Scope &amp; Deliverables</a:t>
            </a:r>
            <a:endParaRPr lang="en-US" sz="4800">
              <a:solidFill>
                <a:srgbClr val="FFFFFF"/>
              </a:solidFill>
            </a:endParaRPr>
          </a:p>
          <a:p>
            <a:pPr algn="ctr"/>
            <a:endParaRPr lang="en-GB" sz="48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B89C-AB75-1439-A030-BDF85FD5C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4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 Scope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Web-based system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Module 1: Scholarly Activity Register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Module 2: Assessment Brief Inspection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Role-based dashboards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Reporting and exports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br>
              <a:rPr lang="en-US" sz="1400">
                <a:solidFill>
                  <a:schemeClr val="tx1">
                    <a:alpha val="80000"/>
                  </a:schemeClr>
                </a:solidFill>
              </a:rPr>
            </a:br>
            <a:endParaRPr lang="en-US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Out of Scope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Mobile applications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Plagiarism detection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External system integration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br>
              <a:rPr lang="en-US" sz="1400">
                <a:solidFill>
                  <a:schemeClr val="tx1">
                    <a:alpha val="80000"/>
                  </a:schemeClr>
                </a:solidFill>
              </a:rPr>
            </a:br>
            <a:endParaRPr lang="en-US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Key Deliverables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Functional system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SRS, ERD, DFD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GB" sz="1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User manuals</a:t>
            </a:r>
            <a:endParaRPr lang="en-GB" sz="1400">
              <a:solidFill>
                <a:schemeClr val="tx1">
                  <a:alpha val="80000"/>
                </a:schemeClr>
              </a:solidFill>
            </a:endParaRPr>
          </a:p>
          <a:p>
            <a:endParaRPr lang="en-GB" sz="14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03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E78A0-4B2B-DB1C-1615-15CFEFC0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000" b="1"/>
              <a:t>Team Overview (YETI TECH)</a:t>
            </a:r>
            <a:endParaRPr lang="en-US" sz="5000"/>
          </a:p>
          <a:p>
            <a:endParaRPr lang="en-GB" sz="50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3410E-65E5-180B-149C-90B8935BF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>
                <a:ea typeface="+mn-lt"/>
                <a:cs typeface="+mn-lt"/>
              </a:rPr>
              <a:t>Team size: 5 members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Development approach: </a:t>
            </a:r>
            <a:r>
              <a:rPr lang="en-GB" sz="2200" b="1">
                <a:ea typeface="+mn-lt"/>
                <a:cs typeface="+mn-lt"/>
              </a:rPr>
              <a:t>Traditional SDLC (Waterfall)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Collaboration tools:</a:t>
            </a:r>
            <a:endParaRPr lang="en-GB" sz="2200"/>
          </a:p>
          <a:p>
            <a:pPr lvl="1"/>
            <a:r>
              <a:rPr lang="en-GB" sz="2200">
                <a:ea typeface="+mn-lt"/>
                <a:cs typeface="+mn-lt"/>
              </a:rPr>
              <a:t>GitHub Projects</a:t>
            </a:r>
            <a:endParaRPr lang="en-GB" sz="2200"/>
          </a:p>
          <a:p>
            <a:pPr lvl="1"/>
            <a:r>
              <a:rPr lang="en-GB" sz="2200">
                <a:ea typeface="+mn-lt"/>
                <a:cs typeface="+mn-lt"/>
              </a:rPr>
              <a:t>Weekly team meetings</a:t>
            </a:r>
            <a:endParaRPr lang="en-GB" sz="2200"/>
          </a:p>
          <a:p>
            <a:pPr lvl="1"/>
            <a:r>
              <a:rPr lang="en-GB" sz="2200">
                <a:ea typeface="+mn-lt"/>
                <a:cs typeface="+mn-lt"/>
              </a:rPr>
              <a:t>Shared documentation</a:t>
            </a:r>
            <a:endParaRPr lang="en-GB" sz="2200"/>
          </a:p>
          <a:p>
            <a:endParaRPr lang="en-GB" sz="2200"/>
          </a:p>
        </p:txBody>
      </p:sp>
      <p:pic>
        <p:nvPicPr>
          <p:cNvPr id="4" name="Picture 3" descr="A logo of a gorilla&#10;&#10;AI-generated content may be incorrect.">
            <a:extLst>
              <a:ext uri="{FF2B5EF4-FFF2-40B4-BE49-F238E27FC236}">
                <a16:creationId xmlns:a16="http://schemas.microsoft.com/office/drawing/2014/main" id="{9E5D78C6-8481-E558-9D4A-60512E9BF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5511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A482C-E90B-94F1-A0FF-F8D0F1EA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sz="3400" b="1">
                <a:solidFill>
                  <a:schemeClr val="bg1"/>
                </a:solidFill>
              </a:rPr>
              <a:t> Team Roles &amp; Responsibilities</a:t>
            </a:r>
            <a:endParaRPr lang="en-US" sz="3400">
              <a:solidFill>
                <a:schemeClr val="bg1"/>
              </a:solidFill>
            </a:endParaRPr>
          </a:p>
          <a:p>
            <a:endParaRPr lang="en-GB" sz="340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D0A7FD-3C8B-845C-D585-66B420253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14378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492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C1EF-9256-6B55-0F85-B8CE29AC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Team Performance &amp; Task Distribution</a:t>
            </a:r>
            <a:endParaRPr lang="en-US" dirty="0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95587-1472-4A27-11EA-8CFF85746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GB" b="1" dirty="0">
                <a:ea typeface="+mn-lt"/>
                <a:cs typeface="+mn-lt"/>
              </a:rPr>
              <a:t>By Project Phase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Planning &amp; Analysis → Requirements &amp; SRS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Design → Database &amp; UI design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Development → Core logic &amp; modules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Integration &amp; Testing → QA &amp; refinement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Finalisation → Documentation &amp; submission</a:t>
            </a:r>
            <a:endParaRPr lang="en-GB" dirty="0"/>
          </a:p>
          <a:p>
            <a:br>
              <a:rPr lang="en-US" dirty="0"/>
            </a:br>
            <a:endParaRPr lang="en-US" dirty="0"/>
          </a:p>
          <a:p>
            <a:r>
              <a:rPr lang="en-GB" b="1" dirty="0">
                <a:ea typeface="+mn-lt"/>
                <a:cs typeface="+mn-lt"/>
              </a:rPr>
              <a:t>Performance Highlights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Tasks assigned by expertise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Parallel development reduced delays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Continuous communication prevented conflicts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50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4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304800" dist="3175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B7794-1FF2-711C-23BB-AA23FC47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853796"/>
            <a:ext cx="6032738" cy="1288211"/>
          </a:xfrm>
        </p:spPr>
        <p:txBody>
          <a:bodyPr anchor="b">
            <a:normAutofit/>
          </a:bodyPr>
          <a:lstStyle/>
          <a:p>
            <a:r>
              <a:rPr lang="en-GB" sz="4000" b="1"/>
              <a:t>Work Breakdown Structure &amp; Schedule</a:t>
            </a:r>
            <a:endParaRPr lang="en-US" sz="4000"/>
          </a:p>
          <a:p>
            <a:endParaRPr lang="en-GB" sz="4000"/>
          </a:p>
        </p:txBody>
      </p:sp>
      <p:pic>
        <p:nvPicPr>
          <p:cNvPr id="4" name="Picture 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A54D3EEC-BB0D-E278-0149-013BBEEBC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20" y="1632006"/>
            <a:ext cx="6032738" cy="167408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E2AD3-6FD0-EF55-5A65-0FD3DCA97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006" y="743803"/>
            <a:ext cx="3304272" cy="547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600" b="1">
                <a:ea typeface="+mn-lt"/>
                <a:cs typeface="+mn-lt"/>
              </a:rPr>
              <a:t>WBS Phases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Planning &amp; Analysis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System Design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Development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Integration &amp; Testing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Deployment &amp; Handover</a:t>
            </a:r>
            <a:endParaRPr lang="en-GB" sz="1600"/>
          </a:p>
          <a:p>
            <a:br>
              <a:rPr lang="en-US" sz="1600"/>
            </a:br>
            <a:endParaRPr lang="en-US" sz="1600"/>
          </a:p>
          <a:p>
            <a:r>
              <a:rPr lang="en-GB" sz="1600" b="1">
                <a:ea typeface="+mn-lt"/>
                <a:cs typeface="+mn-lt"/>
              </a:rPr>
              <a:t>Schedule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12-week project timeline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Clear milestones and dependencies</a:t>
            </a:r>
            <a:endParaRPr lang="en-GB" sz="1600"/>
          </a:p>
          <a:p>
            <a:br>
              <a:rPr lang="en-US" sz="1600"/>
            </a:br>
            <a:endParaRPr lang="en-US" sz="1600"/>
          </a:p>
          <a:p>
            <a:r>
              <a:rPr lang="en-GB" sz="1600" b="1">
                <a:ea typeface="+mn-lt"/>
                <a:cs typeface="+mn-lt"/>
              </a:rPr>
              <a:t>Visual ideas: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Simplified WBS hierarchy</a:t>
            </a:r>
            <a:endParaRPr lang="en-GB" sz="1600"/>
          </a:p>
          <a:p>
            <a:r>
              <a:rPr lang="en-GB" sz="1600">
                <a:ea typeface="+mn-lt"/>
                <a:cs typeface="+mn-lt"/>
              </a:rPr>
              <a:t>Mini Gantt chart (Weeks 1–12)</a:t>
            </a:r>
            <a:endParaRPr lang="en-GB" sz="1600"/>
          </a:p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04635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Kent Institute Academic Administration Management System (KIAAMS) </vt:lpstr>
      <vt:lpstr> Background &amp; Problem Statement </vt:lpstr>
      <vt:lpstr>Purpose &amp; Objectives </vt:lpstr>
      <vt:lpstr> Project Scope &amp; Deliverables </vt:lpstr>
      <vt:lpstr>Team Overview (YETI TECH) </vt:lpstr>
      <vt:lpstr> Team Roles &amp; Responsibilities </vt:lpstr>
      <vt:lpstr>Team Performance &amp; Task Distribution </vt:lpstr>
      <vt:lpstr>Work Breakdown Structure &amp; Schedule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80</cp:revision>
  <dcterms:created xsi:type="dcterms:W3CDTF">2025-12-16T10:36:48Z</dcterms:created>
  <dcterms:modified xsi:type="dcterms:W3CDTF">2025-12-16T10:55:52Z</dcterms:modified>
</cp:coreProperties>
</file>