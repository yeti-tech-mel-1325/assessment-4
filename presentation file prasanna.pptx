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"/>
          <p:cNvSpPr txBox="1"/>
          <p:nvPr>
            <p:ph idx="1" type="subTitle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"/>
          <p:cNvSpPr/>
          <p:nvPr/>
        </p:nvSpPr>
        <p:spPr>
          <a:xfrm>
            <a:off x="-31719" y="4321158"/>
            <a:ext cx="1395473" cy="781781"/>
          </a:xfrm>
          <a:custGeom>
            <a:rect b="b" l="l" r="r" t="t"/>
            <a:pathLst>
              <a:path extrusionOk="0" h="10000" w="8042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423334" y="4529541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body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buClr>
                <a:srgbClr val="FEFFFF"/>
              </a:buClr>
              <a:buSzPts val="2000"/>
              <a:buFont typeface="Century Gothic"/>
              <a:buNone/>
              <a:defRPr sz="20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1" type="body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body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5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" type="body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6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" type="body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7"/>
          <p:cNvSpPr txBox="1"/>
          <p:nvPr>
            <p:ph idx="2" type="body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3" type="body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4" type="body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" type="body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2" type="body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/>
          <p:nvPr>
            <p:ph idx="2" type="pic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1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" type="body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2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5"/>
          <p:cNvSpPr txBox="1"/>
          <p:nvPr>
            <p:ph idx="1" type="body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2" type="body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6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 rot="5400000">
            <a:off x="3295307" y="780707"/>
            <a:ext cx="3886200" cy="6591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 rot="5400000">
            <a:off x="5064693" y="2441248"/>
            <a:ext cx="5283817" cy="16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 rot="5400000">
            <a:off x="1658681" y="911140"/>
            <a:ext cx="5283817" cy="471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5717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"/>
          <p:cNvSpPr txBox="1"/>
          <p:nvPr>
            <p:ph idx="1" type="body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ctrTitle"/>
          </p:nvPr>
        </p:nvSpPr>
        <p:spPr>
          <a:xfrm>
            <a:off x="699607" y="732282"/>
            <a:ext cx="8278695" cy="14153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150"/>
              <a:buFont typeface="Century Gothic"/>
              <a:buNone/>
            </a:pPr>
            <a:r>
              <a:rPr b="1" lang="en-US" sz="3150"/>
              <a:t>Kent Institute Academic Administration Management System (KIAAMS)</a:t>
            </a:r>
            <a:endParaRPr b="1" sz="3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150"/>
              <a:buFont typeface="Century Gothic"/>
              <a:buNone/>
            </a:pPr>
            <a:r>
              <a:t/>
            </a:r>
            <a:endParaRPr b="1" sz="3150"/>
          </a:p>
        </p:txBody>
      </p:sp>
      <p:sp>
        <p:nvSpPr>
          <p:cNvPr id="174" name="Google Shape;174;p19"/>
          <p:cNvSpPr txBox="1"/>
          <p:nvPr>
            <p:ph idx="1" type="subTitle"/>
          </p:nvPr>
        </p:nvSpPr>
        <p:spPr>
          <a:xfrm>
            <a:off x="370593" y="4511942"/>
            <a:ext cx="3760274" cy="90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525"/>
              <a:t>Developed by:</a:t>
            </a:r>
            <a:r>
              <a:rPr lang="en-US" sz="525"/>
              <a:t> Yeti Tech</a:t>
            </a:r>
            <a:endParaRPr sz="52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525"/>
              <a:t>Members: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525"/>
              <a:t>Samarpan  Baniya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525"/>
              <a:t>Avisekh Khadka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525"/>
              <a:t>Bibek  Shrestha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525"/>
              <a:t>Ayush Shrestha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525"/>
              <a:t>Prasanna Sapkota</a:t>
            </a:r>
            <a:endParaRPr/>
          </a:p>
        </p:txBody>
      </p:sp>
      <p:pic>
        <p:nvPicPr>
          <p:cNvPr descr="A logo of a gorilla&#10;&#10;AI-generated content may be incorrect.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7575" y="1655708"/>
            <a:ext cx="3546583" cy="35465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1577187" y="5210494"/>
            <a:ext cx="6081681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 </a:t>
            </a:r>
            <a:r>
              <a:rPr b="1"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Developed by:</a:t>
            </a: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Yeti Tech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Members: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Avishek Khadka  	         (K240081)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Prasanna Sapkota	(K231941)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Samarpan Baniya  	(K240256)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Aayush Shrestha	         (K240120)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Bibek Shrestha 	         (K240204)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2286000" y="3248936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2" name="Google Shape;18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227" y="1632419"/>
            <a:ext cx="7981485" cy="448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494" y="1564913"/>
            <a:ext cx="8400680" cy="504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551" y="1540366"/>
            <a:ext cx="7224438" cy="475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546503" y="624110"/>
            <a:ext cx="6987898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entury Gothic"/>
              <a:buNone/>
            </a:pPr>
            <a:r>
              <a:rPr b="1" lang="en-US" sz="2800"/>
              <a:t>Context Diagram (DFD Level 0)</a:t>
            </a:r>
            <a:endParaRPr/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963" y="1696528"/>
            <a:ext cx="6376670" cy="466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1472658" y="759123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entury Gothic"/>
              <a:buNone/>
            </a:pPr>
            <a:r>
              <a:rPr b="1" lang="en-US" sz="1400"/>
              <a:t>DFD Level 2 (Module 2)</a:t>
            </a:r>
            <a:br>
              <a:rPr lang="en-US" sz="1400"/>
            </a:br>
            <a:r>
              <a:rPr lang="en-US" sz="1400"/>
              <a:t> </a:t>
            </a:r>
            <a:r>
              <a:rPr b="1" lang="en-US" sz="1400"/>
              <a:t>Sub-process 5: Log-in/log out </a:t>
            </a:r>
            <a:endParaRPr sz="1400"/>
          </a:p>
        </p:txBody>
      </p:sp>
      <p:pic>
        <p:nvPicPr>
          <p:cNvPr descr="A screenshot of a computer&#10;&#10;AI-generated content may be incorrect." id="204" name="Google Shape;20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6942" y="1534228"/>
            <a:ext cx="7358159" cy="525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534500" y="534831"/>
            <a:ext cx="7185054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86419"/>
              <a:buFont typeface="Century Gothic"/>
              <a:buNone/>
            </a:pPr>
            <a:r>
              <a:rPr b="1" lang="en-US"/>
              <a:t>Assessment Administration (AAMS)</a:t>
            </a:r>
            <a:endParaRPr b="1"/>
          </a:p>
        </p:txBody>
      </p:sp>
      <p:pic>
        <p:nvPicPr>
          <p:cNvPr descr="A screenshot of a computer&#10;&#10;AI-generated content may be incorrect." id="210" name="Google Shape;2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611" y="2477359"/>
            <a:ext cx="4729276" cy="36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>
            <p:ph type="title"/>
          </p:nvPr>
        </p:nvSpPr>
        <p:spPr>
          <a:xfrm>
            <a:off x="644963" y="1248202"/>
            <a:ext cx="6596593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entury Gothic"/>
              <a:buNone/>
            </a:pPr>
            <a:r>
              <a:rPr b="1" lang="en-US"/>
              <a:t>Unit Coordinator Dashboard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>
            <p:ph type="title"/>
          </p:nvPr>
        </p:nvSpPr>
        <p:spPr>
          <a:xfrm>
            <a:off x="862275" y="897354"/>
            <a:ext cx="87531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AAMS- Assessment brief submission &amp; My Submission</a:t>
            </a:r>
            <a:endParaRPr b="1" sz="2500"/>
          </a:p>
        </p:txBody>
      </p:sp>
      <p:pic>
        <p:nvPicPr>
          <p:cNvPr descr="A screenshot of a computer&#10;&#10;AI-generated content may be incorrect.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100" y="2048809"/>
            <a:ext cx="2727900" cy="4195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18" name="Google Shape;2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0725" y="2048809"/>
            <a:ext cx="2638476" cy="41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625965" y="204489"/>
            <a:ext cx="74919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86419"/>
              <a:buFont typeface="Century Gothic"/>
              <a:buNone/>
            </a:pPr>
            <a:r>
              <a:rPr b="1" lang="en-US"/>
              <a:t>Assessment Administration (AAMS)</a:t>
            </a:r>
            <a:endParaRPr b="1"/>
          </a:p>
        </p:txBody>
      </p:sp>
      <p:sp>
        <p:nvSpPr>
          <p:cNvPr id="224" name="Google Shape;224;p27"/>
          <p:cNvSpPr txBox="1"/>
          <p:nvPr>
            <p:ph type="title"/>
          </p:nvPr>
        </p:nvSpPr>
        <p:spPr>
          <a:xfrm>
            <a:off x="730880" y="843166"/>
            <a:ext cx="7209513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entury Gothic"/>
              <a:buNone/>
            </a:pPr>
            <a:r>
              <a:rPr b="1" lang="en-US"/>
              <a:t>Course Coordinator Dashboard</a:t>
            </a:r>
            <a:endParaRPr b="1"/>
          </a:p>
        </p:txBody>
      </p:sp>
      <p:pic>
        <p:nvPicPr>
          <p:cNvPr descr="A screenshot of a course coordinator dashboard&#10;&#10;AI-generated content may be incorrect.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070" y="1557974"/>
            <a:ext cx="6967959" cy="5182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650512" y="225726"/>
            <a:ext cx="8493487" cy="1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entury Gothic"/>
              <a:buNone/>
            </a:pPr>
            <a:r>
              <a:rPr b="1" lang="en-US" sz="2500"/>
              <a:t>AAMS- Course Coordinator Recent Submission</a:t>
            </a:r>
            <a:endParaRPr b="1" sz="2500"/>
          </a:p>
        </p:txBody>
      </p:sp>
      <p:pic>
        <p:nvPicPr>
          <p:cNvPr descr="A screenshot of a computer&#10;&#10;AI-generated content may be incorrect." id="231" name="Google Shape;2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396" y="988043"/>
            <a:ext cx="4743886" cy="568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436990" y="185924"/>
            <a:ext cx="7228013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86419"/>
              <a:buFont typeface="Century Gothic"/>
              <a:buNone/>
            </a:pPr>
            <a:r>
              <a:rPr b="1" lang="en-US"/>
              <a:t>Assessment Administration (AAMS)</a:t>
            </a:r>
            <a:endParaRPr b="1"/>
          </a:p>
        </p:txBody>
      </p:sp>
      <p:sp>
        <p:nvSpPr>
          <p:cNvPr id="237" name="Google Shape;237;p29"/>
          <p:cNvSpPr txBox="1"/>
          <p:nvPr>
            <p:ph type="title"/>
          </p:nvPr>
        </p:nvSpPr>
        <p:spPr>
          <a:xfrm>
            <a:off x="492096" y="802457"/>
            <a:ext cx="6270782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entury Gothic"/>
              <a:buNone/>
            </a:pPr>
            <a:r>
              <a:rPr b="1" lang="en-US"/>
              <a:t>Admin Dashboard</a:t>
            </a:r>
            <a:endParaRPr b="1"/>
          </a:p>
        </p:txBody>
      </p:sp>
      <p:pic>
        <p:nvPicPr>
          <p:cNvPr descr="A screenshot of a computer&#10;&#10;AI-generated content may be incorrect." id="238" name="Google Shape;2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7920" y="1521954"/>
            <a:ext cx="5759059" cy="541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