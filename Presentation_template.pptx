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 Slide</a:t>
            </a:r>
            <a:endParaRPr/>
          </a:p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Title: Scholarly Activity &amp; Assessment Management System (KIAAMS)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Client: Kent Institute Australia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 YETI TECH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Samarpan Baniya (Project Leader)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Avishek Khadka (DB Admin/Dev)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Prasanna Sapkota (UI Designer)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Bibek Shrestha (Project Manager)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Aayush Shrestha (</a:t>
            </a:r>
            <a:r>
              <a:rPr lang="en-US"/>
              <a:t>Full Stack Developer/ Lead Tester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Background &amp; Objectives (Criterion 1)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Background: Kent Institute currently relies on manual processes.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Inefficient tracking for accreditation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Manual paper-based review causes compliance risks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Module 1: Scholarly Activity Register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Module 2: Assessment Brief Auto‑Inspection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Scope &amp; Deliverables (Criterion 1)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In-Scope: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User Roles, Secure Login, File Upload, Auto-Inspection, Reporting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Deliverables: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SRS, Functional PHP/MySQL Web App, Manuals, Test Plans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of Scope: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Mobile App, External HR Payroll Integration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Performance &amp; Roles (Criterion 2)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Project Manager, Team Leader, Developers, Designer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Weekly meetings, Git collaboration, shared document workflows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WBS &amp; Schedule (Criterion 3)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(Insert Gantt Chart Image Here)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 Gathering: Weeks 1-2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Design: Weeks 3-4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Development: Weeks 5-9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&amp; Deployment: Weeks 10-12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Status: Design phase complete; moving to development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 Analysis (Criterion 3)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(Insert Use Case Diagrams Here)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Use Cases: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Lecturer: Upload, View Compliance Report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Coordinator: Review, Request Changes, Approve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Admin: Manage Templates, Export Logs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&amp; Non-Functional Requirements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FR10 Auto-extract document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FR12 Mark deviations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FR33 Version control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Non-Functional: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200 concurrent users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Processing &lt; 5s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HTTPS Encryption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Breakdown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Hosting: $600/year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&amp; SSL: $50/year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 Labor: No Cost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Maintenance: $200/year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Initial Cost: $850 AUD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Design (Criterion 4)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(Insert ERD/Class Diagram Here)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Entities: Users, ScholarlyActivities, AssessmentBriefs, Reviews, Templates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Relationships: One-to-Many for Briefs and Reviews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Flow &amp; Security (Criterion 4)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(Insert DFD Image Here)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bcrypt password hashing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Staff ID anonymization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Audit logs with timestamps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 Storyboard (Criterion 5)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(Insert UI Mockups Here)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Kent-themed design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Accessibility: WCAG 2.1 AA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Reviewer dashboard prioritizes urgent tasks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Strategy (Criterion 6)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Unit, Integration, UAT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Test: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Upload invalid file (.txt)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Expected: Error 'Invalid Format'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Management (Criterion 7)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Technical: Auto-inspection issues → Mitigation: strict templates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Security: Unauthorized access → RBAC, IP logs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Loss: Backups → Daily cloud backup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Plan (Criterion 7)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Internal: Standups, Trello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External: Bi-weekly reports, milestone demos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 to Feedback (Criterion 8)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Clarified Module separation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Defined actors for approval workflow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KIAAMS supports digital transformation for Kent Institute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 complete; architecture defined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